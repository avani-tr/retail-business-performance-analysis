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D4C83CF-3494-4EFF-AB98-88927B91B3E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Retail_Business_Tableau_Project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6D50E0E-ABDF-4550-8BE3-264E57D0876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04-03-2026 17:59:30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by Region" id="2" name="slide2">
            <a:extLst>
              <a:ext uri="{FF2B5EF4-FFF2-40B4-BE49-F238E27FC236}">
                <a16:creationId xmlns:a16="http://schemas.microsoft.com/office/drawing/2014/main" id="{92EC04D3-2E9E-45E2-91CB-607164238D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2276475"/>
            <a:ext cx="982980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by Category" id="3" name="slide3">
            <a:extLst>
              <a:ext uri="{FF2B5EF4-FFF2-40B4-BE49-F238E27FC236}">
                <a16:creationId xmlns:a16="http://schemas.microsoft.com/office/drawing/2014/main" id="{559EF902-1CE3-4AB1-8F2C-4863EE1900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3949"/>
            <a:ext cx="12192000" cy="189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by Category" id="4" name="slide4">
            <a:extLst>
              <a:ext uri="{FF2B5EF4-FFF2-40B4-BE49-F238E27FC236}">
                <a16:creationId xmlns:a16="http://schemas.microsoft.com/office/drawing/2014/main" id="{356ED3CD-119B-4450-B5B7-C735B77D0C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3949"/>
            <a:ext cx="12192000" cy="189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Trends by Year" id="5" name="slide5">
            <a:extLst>
              <a:ext uri="{FF2B5EF4-FFF2-40B4-BE49-F238E27FC236}">
                <a16:creationId xmlns:a16="http://schemas.microsoft.com/office/drawing/2014/main" id="{5976B293-497D-4BA7-BC14-FE22359C5A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654" y="0"/>
            <a:ext cx="2838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by State" id="6" name="slide6">
            <a:extLst>
              <a:ext uri="{FF2B5EF4-FFF2-40B4-BE49-F238E27FC236}">
                <a16:creationId xmlns:a16="http://schemas.microsoft.com/office/drawing/2014/main" id="{43BA54BF-099F-440F-B70B-11C24ED0E5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0" y="0"/>
            <a:ext cx="120058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tail Business Performance Dashboard" id="7" name="slide7">
            <a:extLst>
              <a:ext uri="{FF2B5EF4-FFF2-40B4-BE49-F238E27FC236}">
                <a16:creationId xmlns:a16="http://schemas.microsoft.com/office/drawing/2014/main" id="{13DB90F6-31D2-4890-ADE0-C621316273B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2026-03-04T12:29:32Z</dcterms:created>
  <dcterms:modified xsi:type="dcterms:W3CDTF">2026-03-04T12:29:32Z</dcterms:modified>
</cp:coreProperties>
</file>